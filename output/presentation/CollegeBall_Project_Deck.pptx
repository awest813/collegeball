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0"/>
            <a:ext cx="4007815" cy="6858000"/>
          </a:xfrm>
          <a:prstGeom prst="rect">
            <a:avLst/>
          </a:prstGeom>
          <a:solidFill>
            <a:srgbClr val="0C1828">
              <a:alpha val="94000"/>
            </a:srgbClr>
          </a:solidFill>
          <a:ln w="12700">
            <a:solidFill>
              <a:srgbClr val="0C18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64592"/>
            <a:ext cx="2788920" cy="1554480"/>
          </a:xfrm>
          <a:prstGeom prst="ellipse">
            <a:avLst/>
          </a:prstGeom>
          <a:solidFill>
            <a:srgbClr val="55D6FF">
              <a:alpha val="22000"/>
            </a:srgbClr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5650992"/>
            <a:ext cx="1691640" cy="822960"/>
          </a:xfrm>
          <a:prstGeom prst="ellipse">
            <a:avLst/>
          </a:prstGeom>
          <a:solidFill>
            <a:srgbClr val="F4B63F">
              <a:alpha val="20000"/>
            </a:srgbClr>
          </a:solidFill>
          <a:ln w="12700">
            <a:solidFill>
              <a:srgbClr val="F4B6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291072"/>
            <a:ext cx="10789920" cy="0"/>
          </a:xfrm>
          <a:prstGeom prst="line">
            <a:avLst/>
          </a:prstGeom>
          <a:noFill/>
          <a:ln w="15875">
            <a:solidFill>
              <a:srgbClr val="28475F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CollegeBall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49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4241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CollegeBall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sim-first college basketball coaching prototype built in React, TypeScript, Babylon.js, and Zustand.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60604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17364B"/>
          </a:solidFill>
          <a:ln w="12700">
            <a:solidFill>
              <a:srgbClr val="1736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6547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Sim-first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38528" y="2606040"/>
            <a:ext cx="1476756" cy="310896"/>
          </a:xfrm>
          <a:prstGeom prst="roundRect">
            <a:avLst>
              <a:gd name="adj" fmla="val 23529"/>
            </a:avLst>
          </a:prstGeom>
          <a:solidFill>
            <a:srgbClr val="17364B"/>
          </a:solidFill>
          <a:ln w="12700">
            <a:solidFill>
              <a:srgbClr val="1736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665476"/>
            <a:ext cx="1312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broadcast feel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2606040"/>
            <a:ext cx="1563624" cy="310896"/>
          </a:xfrm>
          <a:prstGeom prst="roundRect">
            <a:avLst>
              <a:gd name="adj" fmla="val 23529"/>
            </a:avLst>
          </a:prstGeom>
          <a:solidFill>
            <a:srgbClr val="4B3411"/>
          </a:solidFill>
          <a:ln w="12700">
            <a:solidFill>
              <a:srgbClr val="4B341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665476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Coaching simulator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31546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prototype already proves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" y="3593592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930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40-minute browser simulation with NCAA-style shot clock and bonus rules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" y="4069080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6849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Babylon.js court rendering with camera modes, HUD, and match overlays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" y="4544568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439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structure ready for season mode, recruiting, and roster depth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1280160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132A43">
              <a:alpha val="98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68512" y="1399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x 20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68512" y="173736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Half structure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378440" y="1280160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132A43">
              <a:alpha val="98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43032" y="1399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D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43032" y="173736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 clock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503920" y="2304288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132A43">
              <a:alpha val="98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68512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D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5v5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68512" y="276148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On-court sim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378440" y="2304288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132A43">
              <a:alpha val="98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43032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543032" y="276148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build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11312" y="3401568"/>
            <a:ext cx="3337560" cy="2148840"/>
          </a:xfrm>
          <a:prstGeom prst="roundRect">
            <a:avLst>
              <a:gd name="adj" fmla="val 5106"/>
            </a:avLst>
          </a:prstGeom>
          <a:solidFill>
            <a:srgbClr val="102338">
              <a:alpha val="95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3419856"/>
            <a:ext cx="73152" cy="2112264"/>
          </a:xfrm>
          <a:prstGeom prst="rect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0768" y="354787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positioning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30768" y="3840480"/>
            <a:ext cx="30083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game already feels like a coaching product rather than an engine demo: pace control, camera switching, scoreboard state, fouls, stamina, substitutions, and postgame summaries are all wired into the same live loop.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0"/>
            <a:ext cx="4007815" cy="6858000"/>
          </a:xfrm>
          <a:prstGeom prst="rect">
            <a:avLst/>
          </a:prstGeom>
          <a:solidFill>
            <a:srgbClr val="0C1828">
              <a:alpha val="94000"/>
            </a:srgbClr>
          </a:solidFill>
          <a:ln w="12700">
            <a:solidFill>
              <a:srgbClr val="0C18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64592"/>
            <a:ext cx="2788920" cy="1554480"/>
          </a:xfrm>
          <a:prstGeom prst="ellipse">
            <a:avLst/>
          </a:prstGeom>
          <a:solidFill>
            <a:srgbClr val="55D6FF">
              <a:alpha val="22000"/>
            </a:srgbClr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5650992"/>
            <a:ext cx="1691640" cy="822960"/>
          </a:xfrm>
          <a:prstGeom prst="ellipse">
            <a:avLst/>
          </a:prstGeom>
          <a:solidFill>
            <a:srgbClr val="F4B63F">
              <a:alpha val="20000"/>
            </a:srgbClr>
          </a:solidFill>
          <a:ln w="12700">
            <a:solidFill>
              <a:srgbClr val="F4B6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291072"/>
            <a:ext cx="10789920" cy="0"/>
          </a:xfrm>
          <a:prstGeom prst="line">
            <a:avLst/>
          </a:prstGeom>
          <a:noFill/>
          <a:ln w="15875">
            <a:solidFill>
              <a:srgbClr val="28475F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CollegeBall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49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Snapshot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4241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simulation core to bench-side presentation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CollegeBall treats the basketball engine as the source of truth and layers presentation, controls, and overlays on top of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788920"/>
            <a:ext cx="3520440" cy="1143000"/>
          </a:xfrm>
          <a:prstGeom prst="roundRect">
            <a:avLst>
              <a:gd name="adj" fmla="val 9600"/>
            </a:avLst>
          </a:prstGeom>
          <a:solidFill>
            <a:srgbClr val="102338">
              <a:alpha val="95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807208"/>
            <a:ext cx="73152" cy="1106424"/>
          </a:xfrm>
          <a:prstGeom prst="rect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93522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 depth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" y="322783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 selection, passing, steals, rebounds, fouls, free throws, stamina, substitutions, and per-player stats all run in a framework-agnostic engine.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4133088"/>
            <a:ext cx="3520440" cy="1143000"/>
          </a:xfrm>
          <a:prstGeom prst="roundRect">
            <a:avLst>
              <a:gd name="adj" fmla="val 9600"/>
            </a:avLst>
          </a:prstGeom>
          <a:solidFill>
            <a:srgbClr val="102338">
              <a:alpha val="95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4151376"/>
            <a:ext cx="73152" cy="1106424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2793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Coaching experience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457200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focuses on watching, pacing, and decision support instead of twitch controls, which makes it feel closer to a bench simulator than an arcade title.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07408" y="2788920"/>
            <a:ext cx="3520440" cy="1143000"/>
          </a:xfrm>
          <a:prstGeom prst="roundRect">
            <a:avLst>
              <a:gd name="adj" fmla="val 9600"/>
            </a:avLst>
          </a:prstGeom>
          <a:solidFill>
            <a:srgbClr val="102338">
              <a:alpha val="95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25696" y="2807208"/>
            <a:ext cx="73152" cy="1106424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93522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26864" y="322783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camera modes, a polished main menu, match-phase overlays, event feed, scoreboard, and pause-state game menu create a TV-ready wrapper.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07408" y="4133088"/>
            <a:ext cx="3520440" cy="1143000"/>
          </a:xfrm>
          <a:prstGeom prst="roundRect">
            <a:avLst>
              <a:gd name="adj" fmla="val 9600"/>
            </a:avLst>
          </a:prstGeom>
          <a:solidFill>
            <a:srgbClr val="102338">
              <a:alpha val="95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25696" y="4151376"/>
            <a:ext cx="73152" cy="1106424"/>
          </a:xfrm>
          <a:prstGeom prst="rect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42793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foundation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26864" y="457200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architecture cleanly opens into season mode, tournaments, recruiting, richer play-calling, and deeper roster strategy without replacing the core loop.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0" y="2788920"/>
            <a:ext cx="3310128" cy="2487168"/>
          </a:xfrm>
          <a:prstGeom prst="roundRect">
            <a:avLst>
              <a:gd name="adj" fmla="val 5147"/>
            </a:avLst>
          </a:prstGeom>
          <a:solidFill>
            <a:srgbClr val="132A43"/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9809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systems in the current prototype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30768" y="3483864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77072" y="338328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clock, shot clock, halftime, final state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30768" y="3959352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7072" y="385876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Shooting and non-shooting fouls with bonus logic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30768" y="4434840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7072" y="433425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 recovery plus fatigue-driven substitutions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30768" y="4910328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77072" y="480974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Assists and postgame box score output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0"/>
            <a:ext cx="4007815" cy="6858000"/>
          </a:xfrm>
          <a:prstGeom prst="rect">
            <a:avLst/>
          </a:prstGeom>
          <a:solidFill>
            <a:srgbClr val="0C1828">
              <a:alpha val="94000"/>
            </a:srgbClr>
          </a:solidFill>
          <a:ln w="12700">
            <a:solidFill>
              <a:srgbClr val="0C18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64592"/>
            <a:ext cx="2788920" cy="1554480"/>
          </a:xfrm>
          <a:prstGeom prst="ellipse">
            <a:avLst/>
          </a:prstGeom>
          <a:solidFill>
            <a:srgbClr val="55D6FF">
              <a:alpha val="22000"/>
            </a:srgbClr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5650992"/>
            <a:ext cx="1691640" cy="822960"/>
          </a:xfrm>
          <a:prstGeom prst="ellipse">
            <a:avLst/>
          </a:prstGeom>
          <a:solidFill>
            <a:srgbClr val="F4B63F">
              <a:alpha val="20000"/>
            </a:srgbClr>
          </a:solidFill>
          <a:ln w="12700">
            <a:solidFill>
              <a:srgbClr val="F4B6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291072"/>
            <a:ext cx="10789920" cy="0"/>
          </a:xfrm>
          <a:prstGeom prst="line">
            <a:avLst/>
          </a:prstGeom>
          <a:noFill/>
          <a:ln w="15875">
            <a:solidFill>
              <a:srgbClr val="28475F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CollegeBall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49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4241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clean sim-first stack keeps product work moving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simulation engine is deliberately separated from rendering and interface code, which makes iteration safer as the project grows.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0632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278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33272" y="3502152"/>
            <a:ext cx="1682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 tick(state, dt) logic for basketball rules and outcomes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71800" y="3401568"/>
            <a:ext cx="475488" cy="347472"/>
          </a:xfrm>
          <a:prstGeom prst="chevron">
            <a:avLst/>
          </a:prstGeom>
          <a:solidFill>
            <a:srgbClr val="28475F">
              <a:alpha val="85000"/>
            </a:srgbClr>
          </a:solidFill>
          <a:ln w="12700">
            <a:solidFill>
              <a:srgbClr val="28475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306324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17364B"/>
          </a:solidFill>
          <a:ln w="12700">
            <a:solidFill>
              <a:srgbClr val="1736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3227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Zustand Store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30752" y="3502152"/>
            <a:ext cx="1591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boundary for UI state and live sim updates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401568"/>
            <a:ext cx="475488" cy="347472"/>
          </a:xfrm>
          <a:prstGeom prst="chevron">
            <a:avLst/>
          </a:prstGeom>
          <a:solidFill>
            <a:srgbClr val="28475F">
              <a:alpha val="85000"/>
            </a:srgbClr>
          </a:solidFill>
          <a:ln w="12700">
            <a:solidFill>
              <a:srgbClr val="28475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06324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4B3411"/>
          </a:solidFill>
          <a:ln w="12700">
            <a:solidFill>
              <a:srgbClr val="4B341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227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UI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36792" y="3502152"/>
            <a:ext cx="1591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Scoreboard, controls, event feed, overlays, menus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83880" y="3401568"/>
            <a:ext cx="475488" cy="347472"/>
          </a:xfrm>
          <a:prstGeom prst="chevron">
            <a:avLst/>
          </a:prstGeom>
          <a:solidFill>
            <a:srgbClr val="28475F">
              <a:alpha val="85000"/>
            </a:srgbClr>
          </a:solidFill>
          <a:ln w="12700">
            <a:solidFill>
              <a:srgbClr val="28475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87968" y="3063240"/>
            <a:ext cx="2194560" cy="1051560"/>
          </a:xfrm>
          <a:prstGeom prst="roundRect">
            <a:avLst>
              <a:gd name="adj" fmla="val 10435"/>
            </a:avLst>
          </a:prstGeom>
          <a:solidFill>
            <a:srgbClr val="D04B52"/>
          </a:solidFill>
          <a:ln w="12700">
            <a:solidFill>
              <a:srgbClr val="D04B5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0848" y="3227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Babylon Renderer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3502152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Court scene, camera modes, player visuals, animation state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5840" y="4617720"/>
            <a:ext cx="3154680" cy="1143000"/>
          </a:xfrm>
          <a:prstGeom prst="roundRect">
            <a:avLst>
              <a:gd name="adj" fmla="val 9600"/>
            </a:avLst>
          </a:prstGeom>
          <a:solidFill>
            <a:srgbClr val="102338">
              <a:alpha val="95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" y="4636008"/>
            <a:ext cx="73152" cy="1106424"/>
          </a:xfrm>
          <a:prstGeom prst="rect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476402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25296" y="5056632"/>
            <a:ext cx="2825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like recruiting or season play can build on the same simulation core instead of being tangled into visual code.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26280" y="4617720"/>
            <a:ext cx="2971800" cy="1143000"/>
          </a:xfrm>
          <a:prstGeom prst="roundRect">
            <a:avLst>
              <a:gd name="adj" fmla="val 9600"/>
            </a:avLst>
          </a:prstGeom>
          <a:solidFill>
            <a:srgbClr val="102338">
              <a:alpha val="95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44568" y="4636008"/>
            <a:ext cx="73152" cy="1106424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476402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source layout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45736" y="5056632"/>
            <a:ext cx="2642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src/game handles engine plus rendering helpers; src/store holds the product boundary; screens and ui handle experience polish.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18120" y="461772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102338">
              <a:alpha val="95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36408" y="4636008"/>
            <a:ext cx="73152" cy="1106424"/>
          </a:xfrm>
          <a:prstGeom prst="rect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37576" y="476402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model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37576" y="5056632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requestAnimationFrame loop advances the sim while the renderer syncs the latest state into the 3D scene.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0"/>
            <a:ext cx="4007815" cy="6858000"/>
          </a:xfrm>
          <a:prstGeom prst="rect">
            <a:avLst/>
          </a:prstGeom>
          <a:solidFill>
            <a:srgbClr val="0C1828">
              <a:alpha val="94000"/>
            </a:srgbClr>
          </a:solidFill>
          <a:ln w="12700">
            <a:solidFill>
              <a:srgbClr val="0C18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64592"/>
            <a:ext cx="2788920" cy="1554480"/>
          </a:xfrm>
          <a:prstGeom prst="ellipse">
            <a:avLst/>
          </a:prstGeom>
          <a:solidFill>
            <a:srgbClr val="55D6FF">
              <a:alpha val="22000"/>
            </a:srgbClr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5650992"/>
            <a:ext cx="1691640" cy="822960"/>
          </a:xfrm>
          <a:prstGeom prst="ellipse">
            <a:avLst/>
          </a:prstGeom>
          <a:solidFill>
            <a:srgbClr val="F4B63F">
              <a:alpha val="20000"/>
            </a:srgbClr>
          </a:solidFill>
          <a:ln w="12700">
            <a:solidFill>
              <a:srgbClr val="F4B6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291072"/>
            <a:ext cx="10789920" cy="0"/>
          </a:xfrm>
          <a:prstGeom prst="line">
            <a:avLst/>
          </a:prstGeom>
          <a:noFill/>
          <a:ln w="15875">
            <a:solidFill>
              <a:srgbClr val="28475F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CollegeBall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49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4241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basketball layer already includes meaningful game logic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more than a visual shell: the prototype models enough of the sport to support coaching-style decisions and postgame analysis.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743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02338">
              <a:alpha val="98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743200"/>
            <a:ext cx="3520440" cy="91440"/>
          </a:xfrm>
          <a:prstGeom prst="rect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260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possession loop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3355848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5526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 and defensive slotting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3831336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7307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Drive, pass, and shot decisions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" y="4306824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2062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Rebounds and turnovers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34256" y="2743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02338">
              <a:alpha val="98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4256" y="2743200"/>
            <a:ext cx="3520440" cy="91440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29260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 management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17136" y="3355848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25526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Halves, shot clock, and phase states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17136" y="3831336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307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fouls plus team bonus thresholds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17136" y="4306824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2062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throws and foul-out handling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10144" y="2743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02338">
              <a:alpha val="98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10144" y="2743200"/>
            <a:ext cx="3520440" cy="91440"/>
          </a:xfrm>
          <a:prstGeom prst="rect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3024" y="29260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Roster and output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93024" y="3355848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25526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Fatigue and auto-substitution behavior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93024" y="3831336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37307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Per-player stat accumulation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93024" y="4306824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42062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Postgame box score presentation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" y="4983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prototype matchup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Bulldogs vs Central Tigers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9808" y="55595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settings: 20-minute halves, 30-second shot clock, one-and-one at 7 fouls, double bonus at 10, fatigue substitutions under 25 stamina.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0"/>
            <a:ext cx="4007815" cy="6858000"/>
          </a:xfrm>
          <a:prstGeom prst="rect">
            <a:avLst/>
          </a:prstGeom>
          <a:solidFill>
            <a:srgbClr val="0C1828">
              <a:alpha val="94000"/>
            </a:srgbClr>
          </a:solidFill>
          <a:ln w="12700">
            <a:solidFill>
              <a:srgbClr val="0C18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64592"/>
            <a:ext cx="2788920" cy="1554480"/>
          </a:xfrm>
          <a:prstGeom prst="ellipse">
            <a:avLst/>
          </a:prstGeom>
          <a:solidFill>
            <a:srgbClr val="55D6FF">
              <a:alpha val="22000"/>
            </a:srgbClr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5650992"/>
            <a:ext cx="1691640" cy="822960"/>
          </a:xfrm>
          <a:prstGeom prst="ellipse">
            <a:avLst/>
          </a:prstGeom>
          <a:solidFill>
            <a:srgbClr val="F4B63F">
              <a:alpha val="20000"/>
            </a:srgbClr>
          </a:solidFill>
          <a:ln w="12700">
            <a:solidFill>
              <a:srgbClr val="F4B63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291072"/>
            <a:ext cx="10789920" cy="0"/>
          </a:xfrm>
          <a:prstGeom prst="line">
            <a:avLst/>
          </a:prstGeom>
          <a:noFill/>
          <a:ln w="15875">
            <a:solidFill>
              <a:srgbClr val="28475F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CollegeBall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49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4241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next steps are product-deepening features, not rewrites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has already crossed the line from technical experiment into a foundation that can support a fuller college basketball management game.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743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02338">
              <a:alpha val="98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743200"/>
            <a:ext cx="3520440" cy="91440"/>
          </a:xfrm>
          <a:prstGeom prst="rect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260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 now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3355848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5526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 rules and non-shooting fouls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3831336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7307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Stamina drain and bench recovery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" y="4306824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2062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substitutions and assists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34256" y="2743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02338">
              <a:alpha val="98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4256" y="2743200"/>
            <a:ext cx="3520440" cy="91440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29260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Near-term product work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17136" y="3355848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25526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substitutions and play-calling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17136" y="3831336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307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 flow with standings and schedules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17136" y="4306824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2062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 bracket pressure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10144" y="2743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02338">
              <a:alpha val="98000"/>
            </a:srgbClr>
          </a:solidFill>
          <a:ln w="12700">
            <a:solidFill>
              <a:srgbClr val="2847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10144" y="2743200"/>
            <a:ext cx="3520440" cy="91440"/>
          </a:xfrm>
          <a:prstGeom prst="rect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3024" y="29260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Longer horizon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93024" y="3355848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25526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Recruiting and program-building identity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93024" y="3831336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37307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GLB player models and richer animation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93024" y="4306824"/>
            <a:ext cx="73152" cy="73152"/>
          </a:xfrm>
          <a:prstGeom prst="ellipse">
            <a:avLst/>
          </a:prstGeom>
          <a:solidFill>
            <a:srgbClr val="55D6FF"/>
          </a:solidFill>
          <a:ln w="12700">
            <a:solidFill>
              <a:srgbClr val="55D6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42062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 design and broadcast atmosphere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" y="5029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" y="532180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CollegeBall as a coaching-simulator foundation with credible on-court logic today and a clear expansion path into season and roster strategy tomorrow.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CollegeBall Project Deck</dc:title>
  <dc:subject>CollegeBall project presentation</dc:subject>
  <dc:creator>OpenAI Codex</dc:creator>
  <cp:lastModifiedBy>OpenAI Codex</cp:lastModifiedBy>
  <cp:revision>1</cp:revision>
  <dcterms:created xsi:type="dcterms:W3CDTF">2026-04-02T01:17:40Z</dcterms:created>
  <dcterms:modified xsi:type="dcterms:W3CDTF">2026-04-02T01:17:40Z</dcterms:modified>
</cp:coreProperties>
</file>